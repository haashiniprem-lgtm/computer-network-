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7E05DA-B718-4BE8-94FE-55E5DF920800}" v="6" dt="2026-07-15T09:08:49.8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OSI Layers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>
              <a:defRPr sz="20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Guided by:</a:t>
            </a:r>
          </a:p>
          <a:p>
            <a:pPr algn="l">
              <a:defRPr sz="20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Haashini P                              Dr. P . Jesu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Jayarin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000"/>
            </a:pP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Register No.: 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192524047</a:t>
            </a:r>
            <a:endParaRPr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173441-0F96-B760-9634-2C9DF13795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226142" y="127794"/>
            <a:ext cx="8504903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7216" y="2124369"/>
            <a:ext cx="8229600" cy="4525963"/>
          </a:xfrm>
        </p:spPr>
        <p:txBody>
          <a:bodyPr/>
          <a:lstStyle/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Satellite Internet provides internet access through communication satellites.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Connects remote and rural areas.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travels via satellites and ground stations.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OSI model explains data transmission layer by layer.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Ensures reliable and secure communication.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5FCCCC-6992-04B5-1480-722F285FDFD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20766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364297-8947-9E80-EA19-E00931E2A54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702" y="16603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/>
              <a:t>OSI Layers in Satellite Communication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537E2F-DF13-E667-EF9A-B24D8978E77E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20766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F3F1244-129E-F96E-E3DA-33ADB224F1E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702" y="166035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92BAB54-322C-EEF2-B0E8-982EA61D8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665" y="2179902"/>
            <a:ext cx="7905135" cy="34715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Data Transmission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4742" y="2173377"/>
            <a:ext cx="8229600" cy="3504752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User sends a request.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passes through OSI layers.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Modem converts data to radio signals.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Satellite forwards signals to ground station.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ISP returns response through the same path.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18158C-EF18-AB78-24B6-3045BDD6A5D1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20766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634A29-F68E-6EBD-FC96-6C4D72BFA79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702" y="16603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&amp;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39191" y="1865670"/>
            <a:ext cx="5442155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Remote villages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Aviation &amp; Ships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Military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Disaster recovery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Global coverage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Reliable connectivity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Easy 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013D2B-DD7D-6161-E1EF-D9FEC87F2E59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20766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4C393C3-2CFB-A7A1-FBC5-2944B161BE8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702" y="16603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182762"/>
            <a:ext cx="8229600" cy="3191234"/>
          </a:xfrm>
        </p:spPr>
        <p:txBody>
          <a:bodyPr>
            <a:normAutofit lnSpcReduction="10000"/>
          </a:bodyPr>
          <a:lstStyle/>
          <a:p>
            <a:pPr marL="0" indent="0">
              <a:buNone/>
              <a:defRPr sz="2000"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OSI layers organize communication efficiently.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Satellite Internet provides global connectivity.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Useful for remote and inaccessible regions.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Each layer has a specific networking role.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 sz="2000"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Essential for modern worldwide communication</a:t>
            </a:r>
            <a:r>
              <a:rPr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75ED6-AFD1-3B22-ED5B-567E36B7F07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7184" y="207668"/>
            <a:ext cx="1135117" cy="1342884"/>
          </a:xfrm>
          <a:prstGeom prst="rect">
            <a:avLst/>
          </a:prstGeom>
          <a:noFill/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1DB938-7E62-9609-BE67-7EB4C58EA22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6702" y="166035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189</Words>
  <Application>Microsoft Office PowerPoint</Application>
  <PresentationFormat>On-screen Show (4:3)</PresentationFormat>
  <Paragraphs>51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Satellite Internet Communication Using OSI Layers</vt:lpstr>
      <vt:lpstr>Introduction</vt:lpstr>
      <vt:lpstr>OSI Layers in Satellite Communication</vt:lpstr>
      <vt:lpstr>Satellite Data Transmission Process</vt:lpstr>
      <vt:lpstr>Applications &amp; Advantages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Prem Kumar</cp:lastModifiedBy>
  <cp:revision>3</cp:revision>
  <dcterms:created xsi:type="dcterms:W3CDTF">2013-01-27T09:14:16Z</dcterms:created>
  <dcterms:modified xsi:type="dcterms:W3CDTF">2026-07-15T09:13:24Z</dcterms:modified>
  <cp:category/>
</cp:coreProperties>
</file>